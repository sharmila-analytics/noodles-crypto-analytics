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FF97"/>
    <a:srgbClr val="7BE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500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20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40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46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81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902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36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3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91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33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034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245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244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316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804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296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260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953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563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057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893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6016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440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98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89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857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6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Noodles Crypto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705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lang="en-IN" dirty="0"/>
              <a:t>                             </a:t>
            </a:r>
            <a:r>
              <a:rPr dirty="0">
                <a:highlight>
                  <a:srgbClr val="FFFF00"/>
                </a:highlight>
              </a:rPr>
              <a:t>End-to-end analytics with Python, MySQL and Power BI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lang="en-IN" dirty="0">
              <a:solidFill>
                <a:srgbClr val="FF0000"/>
              </a:solidFill>
            </a:endParaRP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lang="en-NZ"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lang="en-NZ"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lang="en-NZ"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lang="en-NZ"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lang="en-NZ"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lang="en-NZ"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Prepared by </a:t>
            </a:r>
            <a:endParaRPr lang="en-IN"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Sharmila Arockiyasamy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Combines source JSON, Python preparation, a MySQL warehouse and Power BI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Supports currency and social-engagement analysis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Interactive reports provide filtering, comparison and drill-through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Verify scale/performance claims before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Manual analysis across source files is hard to repeat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Different schemas require normalization and validation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Stakeholders need consistent metrics and clear filtering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Goal: documented, repeatable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JSON → Python/pandas → MySQL </a:t>
            </a:r>
            <a:r>
              <a:rPr dirty="0" err="1"/>
              <a:t>noodles_dw</a:t>
            </a:r>
            <a:r>
              <a:rPr dirty="0"/>
              <a:t> → aggregation views → Power BI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4814F-D63E-EF1F-80CA-C2CFD7FEF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" y="1993692"/>
            <a:ext cx="11857220" cy="448026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Dimensions: DimCurrency, DimDate, DimPlatform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Fact: FactSocialEngagement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Aggregation and reporting views support BI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Verify exact keys, grain and row counts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Python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Read JSON into data frames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Normalize schema, symbols and data types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Handle missing values and validate records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Load prepared data into the warehouse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Demonstrate actual notebook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4420" y="1514007"/>
            <a:ext cx="10637020" cy="22980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Check nulls and required fields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Check duplicates and key uniqueness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Validate relationships and orphan records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Compare source, staging and warehouse counts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Use actual QA screenshots; do not invent quality percentages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21" y="1005841"/>
            <a:ext cx="8274571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KPI cards summarize the current filter context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Currency table and Top N selector support ranking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Date slicer controls analysis period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Tooltips and platform breakdown add context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655C69-882B-9ECD-0C2D-576596EF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4538"/>
            <a:ext cx="12191695" cy="4073462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Time Series and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1521440" cy="1823576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Explore engagement over time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Compare total engagement and average score by platform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Use filters to focus analysis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Check unusual spikes against source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92392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AF151A-8E92-292E-71F3-54EA3E227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9416"/>
            <a:ext cx="12191694" cy="4028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Currency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1521440" cy="1823576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Drill through from a selected currency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Review engagement-score trend and platform split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Bookmarks switch saved report states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t>• Tooltips reveal additional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620" y="6473952"/>
            <a:ext cx="186621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A260D-BC63-DAAE-1116-A36C41ACA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9416"/>
            <a:ext cx="12191999" cy="40269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Operations and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Runbook covers refresh, validation and troubleshooting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User guide explains pages and interactions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Keep credentials secure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Record schedule only after verifying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866217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Conclusion and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Connects data preparation, warehousing and visualization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Documentation supports repeatable operations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• Next: validate metrics, record live demo, publish portfolio links</a:t>
            </a:r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endParaRPr dirty="0"/>
          </a:p>
          <a:p>
            <a:pPr>
              <a:spcAft>
                <a:spcPts val="13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866217" cy="230832"/>
          </a:xfrm>
          <a:prstGeom prst="rect">
            <a:avLst/>
          </a:prstGeom>
          <a:solidFill>
            <a:srgbClr val="C8FF97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rPr dirty="0"/>
              <a:t>Noodles Crypto Analytics • Task 9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81</TotalTime>
  <Words>443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Sharmila arockiyasamy</cp:lastModifiedBy>
  <cp:revision>11</cp:revision>
  <dcterms:created xsi:type="dcterms:W3CDTF">2013-01-27T09:14:16Z</dcterms:created>
  <dcterms:modified xsi:type="dcterms:W3CDTF">2026-10-14T23:43:57Z</dcterms:modified>
  <cp:category/>
</cp:coreProperties>
</file>